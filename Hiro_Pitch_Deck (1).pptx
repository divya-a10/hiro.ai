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Hiro.ai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D3D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Recruiter: Cut Through Hiring Spam, Find Top Talent Faster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Founder: [Your Name]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hiro.ai | demo.hiro.ai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120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hello@hiro.ai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is Broken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Recruiters receive 100s–1000s of low-signal applications per open role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AI-generated spam applications are flooding job boards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Qualified candidates get buried and overlooked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Recruiters waste 40%+ of their time on manual screening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hours/day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recruiter screening time (manual)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Existing Solutions Fall Short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Incumbents: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LinkedIn – Optimizes for volume, not quality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Indeed – Massive applicant noise, no signal filtering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Greenhouse – Workflow tool, not intelligence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HireVue – Expensive, focuses on interviews post-screening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No one is solving signal quality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Hiro.ai: AI Recruiter Copilot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AI-powered screening: rank candidates by actual job fit (not keywords)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 recruiter workload: automated, intelligent filtering in seconds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outreach: personalized candidate messaging at scale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Two-sided: help candidates discover better-fit roles too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5–10x faster screening, higher quality hires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The 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Dashboard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Inbound applications → Hiro AI ranking → shortlist → recruiter action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Hiro Does: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Analyzes job description + candidate background (not just resume keywords)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Scores and ranks top candidates by relevance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Auto-generates personalized outreach messages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[DEMO SCREENSHOTS SHOWN LIVE]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+ Initial Wedge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Drivers: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Explosion of AI-generated resumes overwhelming job boards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Recruiters drowning—no relief from existing tools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infrastructure now cheap &amp; fast (sub-second ranking)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Target: High-growth startups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Receive 500+ applications/role, hire fast, budget for tooling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Later: recruiting agencies, mid-market enterprise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Early Traction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SaaS: per-recruiter-seat ($299–499/mo) + success-based tier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Volume path: agency + enterprise contracts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Pilot: 3 early customers (500+ apps screened/week)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Waitlist: 200+ recruiters, 40+ companies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Interviews: 50+ recruiters validated pain + willingness to pay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 Game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D3D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the intelligence layer for global hiring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Autonomous recruiter agents (sourcing, screening, outreach)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Candidate career agents (job discovery, fit analysis, negotiation)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120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Hiring marketplace (match supply + demand, reduce friction)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2026-05-09T02:53:32Z</dcterms:created>
  <dcterms:modified xsi:type="dcterms:W3CDTF">2026-05-09T02:53:32Z</dcterms:modified>
</cp:coreProperties>
</file>